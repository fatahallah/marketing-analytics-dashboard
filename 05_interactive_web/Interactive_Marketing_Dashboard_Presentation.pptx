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Digital Marketing Analytics Dashboard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Project Lifecycle: From Raw Data Cleaning to Interactive Web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0360152" cy="38404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End-to-end modern web stack: React 18 + Vite + Tailwind CSS + Recharts.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Real-time KPI monitoring &amp; campaign performance tracking.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Dynamic dataset filtering and client-side reporting (CSV export).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Phase 1: Environment &amp; Architecture Setup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Building a Robust &amp; Modern Development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0360152" cy="38404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Initialized Vite React application using Node.js/npm dependencies.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Configured PostCSS and Autoprefixer for Tailwind CSS integration.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Established dark-mode palette and responsive component scaffolding.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Set up clean component structure separating controls, cards, and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Phase 2: Data Pipeline &amp; Processing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Transforming Raw Marketing Data into Component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0360152" cy="38404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Modeled dataset covering Customer Income, Purchases, Conversions &amp; Spend.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Structured dynamic state management for multi-category filtering.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Implemented zero-safe fallback calculations to prevent calculation errors.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Formatted currency and metric thresholds ($M, $K, % conversion).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Phase 3: Interactive UI Components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Designing Visual Analytics &amp; Responsive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0360152" cy="38404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KPI Summary Cards: Real-time Revenue, Purchases, Conversions &amp; Income.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Bar Chart: Spend distribution across categories (Wines, Meat, Gold, etc.).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Donut Chart: Sales channel attribution (Store, Web, Catalog).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Lucide React Icons for crisp visual indicators.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Phase 4: Advanced Features &amp; Business Value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Enhancing Usability with Campaign Heatmap &amp; CSV Export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0360152" cy="38404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Campaign Heatmap: Matrix grid tracking acceptance rates across Campaigns 1-5.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Dynamic Filtering: Instant UI updates upon category selection.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One-Click CSV Export: Instant client-side report generation.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Responsive UI: Fully mobile and desktop optimized via Tailwind CSS.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Project Summary &amp; Next Steps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Portfolio Deployment Readiness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0360152" cy="38404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Production Ready: Clean component code structure in single App.jsx module.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Seamless Vercel / GitHub Pages integration for web deployment.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Scalable baseline for integrating REST APIs or PostgreSQL databases.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